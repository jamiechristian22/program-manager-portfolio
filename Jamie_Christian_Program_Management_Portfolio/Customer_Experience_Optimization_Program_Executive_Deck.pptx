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Experience Optimization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Program Manager | Executive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Challenge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Fragmented delivery and operational inefficiency</a:t>
            </a:r>
          </a:p>
          <a:p>
            <a:r>
              <a:t>High cost and inconsistent 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roadmap</a:t>
            </a:r>
          </a:p>
          <a:p>
            <a:r>
              <a:t>Executive steering committees</a:t>
            </a:r>
          </a:p>
          <a:p>
            <a:r>
              <a:t>Risk and dependency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reduction</a:t>
            </a:r>
          </a:p>
          <a:p>
            <a:r>
              <a:t>Speed improvement</a:t>
            </a:r>
          </a:p>
          <a:p>
            <a:r>
              <a:t>Quality and experience uplift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