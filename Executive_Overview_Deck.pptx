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Program Manager – Executive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Program Manager | Executive Portfolio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Leadership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Strategy-first program leadership</a:t>
            </a:r>
          </a:p>
          <a:p>
            <a:r>
              <a:t>Outcome-driven delivery</a:t>
            </a:r>
          </a:p>
          <a:p>
            <a:r>
              <a:t>Executive transparency and governance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Portfolio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Enterprise Digital Transformation</a:t>
            </a:r>
          </a:p>
          <a:p>
            <a:r>
              <a:t>Healthcare Claims Modernization</a:t>
            </a:r>
          </a:p>
          <a:p>
            <a:r>
              <a:t>Cloud Migration &amp; Security</a:t>
            </a:r>
          </a:p>
          <a:p>
            <a:r>
              <a:t>Customer Experience Optimization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22% cost reduction</a:t>
            </a:r>
          </a:p>
          <a:p>
            <a:r>
              <a:t>18% delivery acceleration</a:t>
            </a:r>
          </a:p>
          <a:p>
            <a:r>
              <a:t>Improved quality, uptime, and customer satisfaction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